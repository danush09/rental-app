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3" r:id="rId8"/>
    <p:sldId id="264" r:id="rId9"/>
    <p:sldId id="265" r:id="rId10"/>
    <p:sldId id="267" r:id="rId11"/>
    <p:sldId id="268" r:id="rId12"/>
    <p:sldId id="261" r:id="rId13"/>
  </p:sldIdLst>
  <p:sldSz cx="14630400" cy="8229600"/>
  <p:notesSz cx="8229600" cy="14630400"/>
  <p:embeddedFontLst>
    <p:embeddedFont>
      <p:font typeface="Tomorrow" panose="020B0604020202020204" charset="0"/>
      <p:regular r:id="rId15"/>
    </p:embeddedFont>
    <p:embeddedFont>
      <p:font typeface="Tomorrow Semi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01A4530-4909-4879-9D22-0EA96A5A971F}">
          <p14:sldIdLst>
            <p14:sldId id="256"/>
            <p14:sldId id="257"/>
            <p14:sldId id="258"/>
            <p14:sldId id="259"/>
            <p14:sldId id="260"/>
            <p14:sldId id="266"/>
            <p14:sldId id="263"/>
            <p14:sldId id="264"/>
            <p14:sldId id="265"/>
            <p14:sldId id="267"/>
            <p14:sldId id="268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4C0172-93F9-F4BF-0A7E-7D3A88E2ADE7}" v="509" dt="2026-01-20T06:35:08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i Dalve" userId="S::pavani.dalve@synechron.com::ffdab9d3-93df-4e5a-95d5-8b2204d79e6c" providerId="AD" clId="Web-{454C0172-93F9-F4BF-0A7E-7D3A88E2ADE7}"/>
    <pc:docChg chg="addSld delSld modSld sldOrd addSection delSection modSection">
      <pc:chgData name="Pavani Dalve" userId="S::pavani.dalve@synechron.com::ffdab9d3-93df-4e5a-95d5-8b2204d79e6c" providerId="AD" clId="Web-{454C0172-93F9-F4BF-0A7E-7D3A88E2ADE7}" dt="2026-01-20T06:35:08.163" v="364" actId="1076"/>
      <pc:docMkLst>
        <pc:docMk/>
      </pc:docMkLst>
      <pc:sldChg chg="addSp modSp">
        <pc:chgData name="Pavani Dalve" userId="S::pavani.dalve@synechron.com::ffdab9d3-93df-4e5a-95d5-8b2204d79e6c" providerId="AD" clId="Web-{454C0172-93F9-F4BF-0A7E-7D3A88E2ADE7}" dt="2026-01-16T06:35:23.784" v="98" actId="1076"/>
        <pc:sldMkLst>
          <pc:docMk/>
          <pc:sldMk cId="0" sldId="256"/>
        </pc:sldMkLst>
        <pc:spChg chg="add mod">
          <ac:chgData name="Pavani Dalve" userId="S::pavani.dalve@synechron.com::ffdab9d3-93df-4e5a-95d5-8b2204d79e6c" providerId="AD" clId="Web-{454C0172-93F9-F4BF-0A7E-7D3A88E2ADE7}" dt="2026-01-16T06:35:23.784" v="98" actId="1076"/>
          <ac:spMkLst>
            <pc:docMk/>
            <pc:sldMk cId="0" sldId="256"/>
            <ac:spMk id="5" creationId="{51C96B9F-2912-F6B7-E679-0A3A43D1333D}"/>
          </ac:spMkLst>
        </pc:spChg>
      </pc:sldChg>
      <pc:sldChg chg="modSp">
        <pc:chgData name="Pavani Dalve" userId="S::pavani.dalve@synechron.com::ffdab9d3-93df-4e5a-95d5-8b2204d79e6c" providerId="AD" clId="Web-{454C0172-93F9-F4BF-0A7E-7D3A88E2ADE7}" dt="2026-01-16T07:16:23.065" v="276" actId="20577"/>
        <pc:sldMkLst>
          <pc:docMk/>
          <pc:sldMk cId="0" sldId="257"/>
        </pc:sldMkLst>
        <pc:spChg chg="mod">
          <ac:chgData name="Pavani Dalve" userId="S::pavani.dalve@synechron.com::ffdab9d3-93df-4e5a-95d5-8b2204d79e6c" providerId="AD" clId="Web-{454C0172-93F9-F4BF-0A7E-7D3A88E2ADE7}" dt="2026-01-16T07:16:23.065" v="276" actId="20577"/>
          <ac:spMkLst>
            <pc:docMk/>
            <pc:sldMk cId="0" sldId="257"/>
            <ac:spMk id="11" creationId="{00000000-0000-0000-0000-000000000000}"/>
          </ac:spMkLst>
        </pc:spChg>
      </pc:sldChg>
      <pc:sldChg chg="modSp">
        <pc:chgData name="Pavani Dalve" userId="S::pavani.dalve@synechron.com::ffdab9d3-93df-4e5a-95d5-8b2204d79e6c" providerId="AD" clId="Web-{454C0172-93F9-F4BF-0A7E-7D3A88E2ADE7}" dt="2026-01-16T08:53:27.163" v="360" actId="20577"/>
        <pc:sldMkLst>
          <pc:docMk/>
          <pc:sldMk cId="0" sldId="258"/>
        </pc:sldMkLst>
        <pc:spChg chg="mod">
          <ac:chgData name="Pavani Dalve" userId="S::pavani.dalve@synechron.com::ffdab9d3-93df-4e5a-95d5-8b2204d79e6c" providerId="AD" clId="Web-{454C0172-93F9-F4BF-0A7E-7D3A88E2ADE7}" dt="2026-01-16T07:16:51.705" v="280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Pavani Dalve" userId="S::pavani.dalve@synechron.com::ffdab9d3-93df-4e5a-95d5-8b2204d79e6c" providerId="AD" clId="Web-{454C0172-93F9-F4BF-0A7E-7D3A88E2ADE7}" dt="2026-01-16T08:53:27.163" v="360" actId="20577"/>
          <ac:spMkLst>
            <pc:docMk/>
            <pc:sldMk cId="0" sldId="258"/>
            <ac:spMk id="9" creationId="{00000000-0000-0000-0000-000000000000}"/>
          </ac:spMkLst>
        </pc:spChg>
      </pc:sldChg>
      <pc:sldChg chg="delSp modSp">
        <pc:chgData name="Pavani Dalve" userId="S::pavani.dalve@synechron.com::ffdab9d3-93df-4e5a-95d5-8b2204d79e6c" providerId="AD" clId="Web-{454C0172-93F9-F4BF-0A7E-7D3A88E2ADE7}" dt="2026-01-16T07:28:13.314" v="354"/>
        <pc:sldMkLst>
          <pc:docMk/>
          <pc:sldMk cId="0" sldId="259"/>
        </pc:sldMkLst>
        <pc:spChg chg="mod">
          <ac:chgData name="Pavani Dalve" userId="S::pavani.dalve@synechron.com::ffdab9d3-93df-4e5a-95d5-8b2204d79e6c" providerId="AD" clId="Web-{454C0172-93F9-F4BF-0A7E-7D3A88E2ADE7}" dt="2026-01-16T07:28:04.142" v="347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Pavani Dalve" userId="S::pavani.dalve@synechron.com::ffdab9d3-93df-4e5a-95d5-8b2204d79e6c" providerId="AD" clId="Web-{454C0172-93F9-F4BF-0A7E-7D3A88E2ADE7}" dt="2026-01-16T07:27:29.219" v="343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Pavani Dalve" userId="S::pavani.dalve@synechron.com::ffdab9d3-93df-4e5a-95d5-8b2204d79e6c" providerId="AD" clId="Web-{454C0172-93F9-F4BF-0A7E-7D3A88E2ADE7}" dt="2026-01-16T07:26:57.827" v="339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Pavani Dalve" userId="S::pavani.dalve@synechron.com::ffdab9d3-93df-4e5a-95d5-8b2204d79e6c" providerId="AD" clId="Web-{454C0172-93F9-F4BF-0A7E-7D3A88E2ADE7}" dt="2026-01-16T07:27:07.968" v="340" actId="1076"/>
          <ac:spMkLst>
            <pc:docMk/>
            <pc:sldMk cId="0" sldId="259"/>
            <ac:spMk id="7" creationId="{00000000-0000-0000-0000-000000000000}"/>
          </ac:spMkLst>
        </pc:spChg>
      </pc:sldChg>
      <pc:sldChg chg="modSp">
        <pc:chgData name="Pavani Dalve" userId="S::pavani.dalve@synechron.com::ffdab9d3-93df-4e5a-95d5-8b2204d79e6c" providerId="AD" clId="Web-{454C0172-93F9-F4BF-0A7E-7D3A88E2ADE7}" dt="2026-01-16T07:23:58.685" v="327" actId="20577"/>
        <pc:sldMkLst>
          <pc:docMk/>
          <pc:sldMk cId="0" sldId="260"/>
        </pc:sldMkLst>
        <pc:spChg chg="mod">
          <ac:chgData name="Pavani Dalve" userId="S::pavani.dalve@synechron.com::ffdab9d3-93df-4e5a-95d5-8b2204d79e6c" providerId="AD" clId="Web-{454C0172-93F9-F4BF-0A7E-7D3A88E2ADE7}" dt="2026-01-16T07:22:12.259" v="317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Pavani Dalve" userId="S::pavani.dalve@synechron.com::ffdab9d3-93df-4e5a-95d5-8b2204d79e6c" providerId="AD" clId="Web-{454C0172-93F9-F4BF-0A7E-7D3A88E2ADE7}" dt="2026-01-16T07:23:58.685" v="327" actId="20577"/>
          <ac:spMkLst>
            <pc:docMk/>
            <pc:sldMk cId="0" sldId="260"/>
            <ac:spMk id="8" creationId="{00000000-0000-0000-0000-000000000000}"/>
          </ac:spMkLst>
        </pc:spChg>
      </pc:sldChg>
      <pc:sldChg chg="delSp modSp">
        <pc:chgData name="Pavani Dalve" userId="S::pavani.dalve@synechron.com::ffdab9d3-93df-4e5a-95d5-8b2204d79e6c" providerId="AD" clId="Web-{454C0172-93F9-F4BF-0A7E-7D3A88E2ADE7}" dt="2026-01-20T06:35:08.163" v="364" actId="1076"/>
        <pc:sldMkLst>
          <pc:docMk/>
          <pc:sldMk cId="0" sldId="261"/>
        </pc:sldMkLst>
        <pc:spChg chg="mod">
          <ac:chgData name="Pavani Dalve" userId="S::pavani.dalve@synechron.com::ffdab9d3-93df-4e5a-95d5-8b2204d79e6c" providerId="AD" clId="Web-{454C0172-93F9-F4BF-0A7E-7D3A88E2ADE7}" dt="2026-01-20T06:35:08.163" v="364" actId="1076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Pavani Dalve" userId="S::pavani.dalve@synechron.com::ffdab9d3-93df-4e5a-95d5-8b2204d79e6c" providerId="AD" clId="Web-{454C0172-93F9-F4BF-0A7E-7D3A88E2ADE7}" dt="2026-01-20T06:34:57.569" v="363"/>
          <ac:spMkLst>
            <pc:docMk/>
            <pc:sldMk cId="0" sldId="261"/>
            <ac:spMk id="4" creationId="{00000000-0000-0000-0000-000000000000}"/>
          </ac:spMkLst>
        </pc:spChg>
        <pc:picChg chg="del">
          <ac:chgData name="Pavani Dalve" userId="S::pavani.dalve@synechron.com::ffdab9d3-93df-4e5a-95d5-8b2204d79e6c" providerId="AD" clId="Web-{454C0172-93F9-F4BF-0A7E-7D3A88E2ADE7}" dt="2026-01-20T06:34:53.553" v="362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new">
        <pc:chgData name="Pavani Dalve" userId="S::pavani.dalve@synechron.com::ffdab9d3-93df-4e5a-95d5-8b2204d79e6c" providerId="AD" clId="Web-{454C0172-93F9-F4BF-0A7E-7D3A88E2ADE7}" dt="2026-01-16T06:51:32.115" v="174" actId="1076"/>
        <pc:sldMkLst>
          <pc:docMk/>
          <pc:sldMk cId="2745373003" sldId="263"/>
        </pc:sldMkLst>
        <pc:spChg chg="add mod">
          <ac:chgData name="Pavani Dalve" userId="S::pavani.dalve@synechron.com::ffdab9d3-93df-4e5a-95d5-8b2204d79e6c" providerId="AD" clId="Web-{454C0172-93F9-F4BF-0A7E-7D3A88E2ADE7}" dt="2026-01-16T06:44:10.225" v="131" actId="20577"/>
          <ac:spMkLst>
            <pc:docMk/>
            <pc:sldMk cId="2745373003" sldId="263"/>
            <ac:spMk id="2" creationId="{FFC22E06-5655-D2CF-6B2A-767B1282C5A8}"/>
          </ac:spMkLst>
        </pc:spChg>
        <pc:picChg chg="add mod">
          <ac:chgData name="Pavani Dalve" userId="S::pavani.dalve@synechron.com::ffdab9d3-93df-4e5a-95d5-8b2204d79e6c" providerId="AD" clId="Web-{454C0172-93F9-F4BF-0A7E-7D3A88E2ADE7}" dt="2026-01-16T06:51:32.115" v="174" actId="1076"/>
          <ac:picMkLst>
            <pc:docMk/>
            <pc:sldMk cId="2745373003" sldId="263"/>
            <ac:picMk id="4" creationId="{4372ABFB-3C38-FDB0-4BE8-445A2A68482A}"/>
          </ac:picMkLst>
        </pc:picChg>
        <pc:picChg chg="add mod">
          <ac:chgData name="Pavani Dalve" userId="S::pavani.dalve@synechron.com::ffdab9d3-93df-4e5a-95d5-8b2204d79e6c" providerId="AD" clId="Web-{454C0172-93F9-F4BF-0A7E-7D3A88E2ADE7}" dt="2026-01-16T06:51:22.099" v="171" actId="1076"/>
          <ac:picMkLst>
            <pc:docMk/>
            <pc:sldMk cId="2745373003" sldId="263"/>
            <ac:picMk id="9" creationId="{E5E2B9ED-7B12-28DA-35FC-2A909A32F4E4}"/>
          </ac:picMkLst>
        </pc:picChg>
      </pc:sldChg>
      <pc:sldChg chg="addSp modSp new">
        <pc:chgData name="Pavani Dalve" userId="S::pavani.dalve@synechron.com::ffdab9d3-93df-4e5a-95d5-8b2204d79e6c" providerId="AD" clId="Web-{454C0172-93F9-F4BF-0A7E-7D3A88E2ADE7}" dt="2026-01-16T06:52:00.521" v="181" actId="14100"/>
        <pc:sldMkLst>
          <pc:docMk/>
          <pc:sldMk cId="1195326518" sldId="264"/>
        </pc:sldMkLst>
        <pc:spChg chg="add mod">
          <ac:chgData name="Pavani Dalve" userId="S::pavani.dalve@synechron.com::ffdab9d3-93df-4e5a-95d5-8b2204d79e6c" providerId="AD" clId="Web-{454C0172-93F9-F4BF-0A7E-7D3A88E2ADE7}" dt="2026-01-16T06:51:52.115" v="178" actId="1076"/>
          <ac:spMkLst>
            <pc:docMk/>
            <pc:sldMk cId="1195326518" sldId="264"/>
            <ac:spMk id="2" creationId="{FBD6928C-64DC-1029-D12E-D4421C4DFF14}"/>
          </ac:spMkLst>
        </pc:spChg>
        <pc:picChg chg="add mod">
          <ac:chgData name="Pavani Dalve" userId="S::pavani.dalve@synechron.com::ffdab9d3-93df-4e5a-95d5-8b2204d79e6c" providerId="AD" clId="Web-{454C0172-93F9-F4BF-0A7E-7D3A88E2ADE7}" dt="2026-01-16T06:52:00.521" v="181" actId="14100"/>
          <ac:picMkLst>
            <pc:docMk/>
            <pc:sldMk cId="1195326518" sldId="264"/>
            <ac:picMk id="4" creationId="{F318F710-94E1-42B1-3BDE-D7236EBCF385}"/>
          </ac:picMkLst>
        </pc:picChg>
        <pc:picChg chg="add mod">
          <ac:chgData name="Pavani Dalve" userId="S::pavani.dalve@synechron.com::ffdab9d3-93df-4e5a-95d5-8b2204d79e6c" providerId="AD" clId="Web-{454C0172-93F9-F4BF-0A7E-7D3A88E2ADE7}" dt="2026-01-16T06:51:37.896" v="175" actId="1076"/>
          <ac:picMkLst>
            <pc:docMk/>
            <pc:sldMk cId="1195326518" sldId="264"/>
            <ac:picMk id="6" creationId="{B2EB50A3-5935-F6D1-5F15-5AF81E18E90A}"/>
          </ac:picMkLst>
        </pc:picChg>
      </pc:sldChg>
      <pc:sldChg chg="addSp modSp new">
        <pc:chgData name="Pavani Dalve" userId="S::pavani.dalve@synechron.com::ffdab9d3-93df-4e5a-95d5-8b2204d79e6c" providerId="AD" clId="Web-{454C0172-93F9-F4BF-0A7E-7D3A88E2ADE7}" dt="2026-01-16T06:50:46.771" v="165" actId="1076"/>
        <pc:sldMkLst>
          <pc:docMk/>
          <pc:sldMk cId="2569842873" sldId="265"/>
        </pc:sldMkLst>
        <pc:spChg chg="add mod">
          <ac:chgData name="Pavani Dalve" userId="S::pavani.dalve@synechron.com::ffdab9d3-93df-4e5a-95d5-8b2204d79e6c" providerId="AD" clId="Web-{454C0172-93F9-F4BF-0A7E-7D3A88E2ADE7}" dt="2026-01-16T06:50:17.755" v="161" actId="1076"/>
          <ac:spMkLst>
            <pc:docMk/>
            <pc:sldMk cId="2569842873" sldId="265"/>
            <ac:spMk id="2" creationId="{6B053F2F-E810-CA16-4FDB-3905D23A852B}"/>
          </ac:spMkLst>
        </pc:spChg>
        <pc:picChg chg="add mod">
          <ac:chgData name="Pavani Dalve" userId="S::pavani.dalve@synechron.com::ffdab9d3-93df-4e5a-95d5-8b2204d79e6c" providerId="AD" clId="Web-{454C0172-93F9-F4BF-0A7E-7D3A88E2ADE7}" dt="2026-01-16T06:50:46.771" v="165" actId="1076"/>
          <ac:picMkLst>
            <pc:docMk/>
            <pc:sldMk cId="2569842873" sldId="265"/>
            <ac:picMk id="4" creationId="{363E8796-DD3B-6AFD-F5B9-3B70A9537FCE}"/>
          </ac:picMkLst>
        </pc:picChg>
      </pc:sldChg>
      <pc:sldChg chg="addSp modSp new ord">
        <pc:chgData name="Pavani Dalve" userId="S::pavani.dalve@synechron.com::ffdab9d3-93df-4e5a-95d5-8b2204d79e6c" providerId="AD" clId="Web-{454C0172-93F9-F4BF-0A7E-7D3A88E2ADE7}" dt="2026-01-16T07:05:43.713" v="269" actId="1076"/>
        <pc:sldMkLst>
          <pc:docMk/>
          <pc:sldMk cId="213679088" sldId="266"/>
        </pc:sldMkLst>
        <pc:spChg chg="add mod">
          <ac:chgData name="Pavani Dalve" userId="S::pavani.dalve@synechron.com::ffdab9d3-93df-4e5a-95d5-8b2204d79e6c" providerId="AD" clId="Web-{454C0172-93F9-F4BF-0A7E-7D3A88E2ADE7}" dt="2026-01-16T07:05:43.713" v="269" actId="1076"/>
          <ac:spMkLst>
            <pc:docMk/>
            <pc:sldMk cId="213679088" sldId="266"/>
            <ac:spMk id="4" creationId="{EBB3AE85-433D-5920-CB85-793355EA7306}"/>
          </ac:spMkLst>
        </pc:spChg>
        <pc:picChg chg="add mod">
          <ac:chgData name="Pavani Dalve" userId="S::pavani.dalve@synechron.com::ffdab9d3-93df-4e5a-95d5-8b2204d79e6c" providerId="AD" clId="Web-{454C0172-93F9-F4BF-0A7E-7D3A88E2ADE7}" dt="2026-01-16T07:05:27.760" v="265" actId="14100"/>
          <ac:picMkLst>
            <pc:docMk/>
            <pc:sldMk cId="213679088" sldId="266"/>
            <ac:picMk id="2" creationId="{D2650BC7-D7B4-8477-DDE6-AC54FF445E9F}"/>
          </ac:picMkLst>
        </pc:picChg>
        <pc:picChg chg="add mod">
          <ac:chgData name="Pavani Dalve" userId="S::pavani.dalve@synechron.com::ffdab9d3-93df-4e5a-95d5-8b2204d79e6c" providerId="AD" clId="Web-{454C0172-93F9-F4BF-0A7E-7D3A88E2ADE7}" dt="2026-01-16T07:05:31.541" v="266" actId="1076"/>
          <ac:picMkLst>
            <pc:docMk/>
            <pc:sldMk cId="213679088" sldId="266"/>
            <ac:picMk id="3" creationId="{AEA8759D-F356-7EAC-09DC-D0EE6BE3A2EE}"/>
          </ac:picMkLst>
        </pc:picChg>
      </pc:sldChg>
      <pc:sldChg chg="addSp delSp modSp new">
        <pc:chgData name="Pavani Dalve" userId="S::pavani.dalve@synechron.com::ffdab9d3-93df-4e5a-95d5-8b2204d79e6c" providerId="AD" clId="Web-{454C0172-93F9-F4BF-0A7E-7D3A88E2ADE7}" dt="2026-01-16T07:04:48.666" v="261"/>
        <pc:sldMkLst>
          <pc:docMk/>
          <pc:sldMk cId="4181926065" sldId="267"/>
        </pc:sldMkLst>
        <pc:spChg chg="add mod">
          <ac:chgData name="Pavani Dalve" userId="S::pavani.dalve@synechron.com::ffdab9d3-93df-4e5a-95d5-8b2204d79e6c" providerId="AD" clId="Web-{454C0172-93F9-F4BF-0A7E-7D3A88E2ADE7}" dt="2026-01-16T06:58:05.052" v="213" actId="20577"/>
          <ac:spMkLst>
            <pc:docMk/>
            <pc:sldMk cId="4181926065" sldId="267"/>
            <ac:spMk id="2" creationId="{B9113595-B4E4-D529-610C-5F1C96531ED4}"/>
          </ac:spMkLst>
        </pc:spChg>
        <pc:picChg chg="add del mod">
          <ac:chgData name="Pavani Dalve" userId="S::pavani.dalve@synechron.com::ffdab9d3-93df-4e5a-95d5-8b2204d79e6c" providerId="AD" clId="Web-{454C0172-93F9-F4BF-0A7E-7D3A88E2ADE7}" dt="2026-01-16T07:04:40.885" v="257" actId="14100"/>
          <ac:picMkLst>
            <pc:docMk/>
            <pc:sldMk cId="4181926065" sldId="267"/>
            <ac:picMk id="6" creationId="{F4975CD4-5BF2-F43F-B16C-587432F86816}"/>
          </ac:picMkLst>
        </pc:picChg>
        <pc:picChg chg="add mod">
          <ac:chgData name="Pavani Dalve" userId="S::pavani.dalve@synechron.com::ffdab9d3-93df-4e5a-95d5-8b2204d79e6c" providerId="AD" clId="Web-{454C0172-93F9-F4BF-0A7E-7D3A88E2ADE7}" dt="2026-01-16T07:04:43.385" v="258" actId="1076"/>
          <ac:picMkLst>
            <pc:docMk/>
            <pc:sldMk cId="4181926065" sldId="267"/>
            <ac:picMk id="7" creationId="{2CF745B2-ADBE-E28E-F623-013B9E4ED292}"/>
          </ac:picMkLst>
        </pc:picChg>
      </pc:sldChg>
      <pc:sldChg chg="addSp delSp modSp new">
        <pc:chgData name="Pavani Dalve" userId="S::pavani.dalve@synechron.com::ffdab9d3-93df-4e5a-95d5-8b2204d79e6c" providerId="AD" clId="Web-{454C0172-93F9-F4BF-0A7E-7D3A88E2ADE7}" dt="2026-01-16T07:04:09.025" v="247" actId="14100"/>
        <pc:sldMkLst>
          <pc:docMk/>
          <pc:sldMk cId="2201052779" sldId="268"/>
        </pc:sldMkLst>
        <pc:picChg chg="add mod">
          <ac:chgData name="Pavani Dalve" userId="S::pavani.dalve@synechron.com::ffdab9d3-93df-4e5a-95d5-8b2204d79e6c" providerId="AD" clId="Web-{454C0172-93F9-F4BF-0A7E-7D3A88E2ADE7}" dt="2026-01-16T07:04:09.025" v="247" actId="14100"/>
          <ac:picMkLst>
            <pc:docMk/>
            <pc:sldMk cId="2201052779" sldId="268"/>
            <ac:picMk id="5" creationId="{CE798AD7-0851-D68C-73FB-30BA66161929}"/>
          </ac:picMkLst>
        </pc:picChg>
        <pc:picChg chg="add mod">
          <ac:chgData name="Pavani Dalve" userId="S::pavani.dalve@synechron.com::ffdab9d3-93df-4e5a-95d5-8b2204d79e6c" providerId="AD" clId="Web-{454C0172-93F9-F4BF-0A7E-7D3A88E2ADE7}" dt="2026-01-16T07:04:05.635" v="246" actId="1076"/>
          <ac:picMkLst>
            <pc:docMk/>
            <pc:sldMk cId="2201052779" sldId="268"/>
            <ac:picMk id="7" creationId="{461D66BD-D5B5-1574-8B1C-8BA56AD90C0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431948-106F-4E2F-B9C9-9FC21CB4BC76}" type="datetimeFigureOut"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FA694-C414-4B22-8509-373C46F7F6C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68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69699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Car Rental MERN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Enterprise-Ready Full Stack Web Application</a:t>
            </a:r>
            <a:endParaRPr lang="en-US" sz="17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96B9F-2912-F6B7-E679-0A3A43D1333D}"/>
              </a:ext>
            </a:extLst>
          </p:cNvPr>
          <p:cNvSpPr txBox="1"/>
          <p:nvPr/>
        </p:nvSpPr>
        <p:spPr>
          <a:xfrm>
            <a:off x="267419" y="6470846"/>
            <a:ext cx="338328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Member</a:t>
            </a:r>
            <a:r>
              <a:rPr lang="en-US">
                <a:ea typeface="Calibri"/>
                <a:cs typeface="Calibri"/>
              </a:rPr>
              <a:t> 1 -  Shashi Vamshi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Member 2 – Dhanush</a:t>
            </a:r>
          </a:p>
          <a:p>
            <a:r>
              <a:rPr lang="en-US" dirty="0">
                <a:ea typeface="Calibri"/>
                <a:cs typeface="Calibri"/>
              </a:rPr>
              <a:t>Member 3 – Pavani 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Member 4 -  Krishnapriya 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Member 5 - Pravalika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4261"/>
            <a:ext cx="46127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Project Introduction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724864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Car Rental MERN Project is a scalable full-stack web application designed to digitize and streamline the car rental process for both customers and administrators. The system replaces manual and time-consuming rental procedures with an automated, transparent, and efficient online platform.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68723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4068723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32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Problem it Solves: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81643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Traditional car rental systems suffer from manual booking processes, limited vehicle visibility, and inefficient management.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4068723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CFCFC"/>
          </a:solidFill>
          <a:ln w="30480">
            <a:solidFill>
              <a:srgbClr val="D6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4068723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1D1D1B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43260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How It Is Different: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4816435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61615C"/>
                </a:solidFill>
                <a:latin typeface="Tomorrow"/>
                <a:ea typeface="Tomorrow" pitchFamily="34" charset="-122"/>
                <a:cs typeface="Tomorrow" pitchFamily="34" charset="-120"/>
              </a:rPr>
              <a:t>This application provides  secure authentication, role-based access control, and centralized administration through a modern web interface.</a:t>
            </a:r>
            <a:endParaRPr lang="en-US" sz="1750" dirty="0">
              <a:latin typeface="Tomo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0246"/>
            <a:ext cx="921353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Technology Stack &amp; Core Functionalities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104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Technology Stack: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8534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Frontend: React.js for UI, Redux for state management, React Router for navigation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9044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Backend: Node.js with Express.js for RESTful APIs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3264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/>
                <a:ea typeface="Tomorrow" pitchFamily="34" charset="-122"/>
                <a:cs typeface="Tomorrow" pitchFamily="34" charset="-120"/>
              </a:rPr>
              <a:t>Database: MongoDB with Mongoose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104198"/>
            <a:ext cx="29352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Core Functionalities: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68534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Secure user registration and login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12754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/>
                <a:ea typeface="Tomorrow" pitchFamily="34" charset="-122"/>
                <a:cs typeface="Tomorrow" pitchFamily="34" charset="-120"/>
              </a:rPr>
              <a:t>Vehicle listing and search</a:t>
            </a:r>
            <a:endParaRPr lang="en-US" sz="1750" dirty="0">
              <a:latin typeface="Tomorrow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456973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Car booking with date selection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01193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Admin dashboard for vehicle and booking management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8170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Role-based access for users and administrators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2887" y="451485"/>
            <a:ext cx="5391031" cy="408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Workflow &amp; Architecture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511" y="1187291"/>
            <a:ext cx="10259378" cy="44241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75816" y="4720677"/>
            <a:ext cx="8279756" cy="515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50"/>
              </a:lnSpc>
              <a:buFont typeface="Arial"/>
              <a:buChar char="•"/>
            </a:pPr>
            <a:r>
              <a:rPr lang="en-US" sz="1300" dirty="0">
                <a:solidFill>
                  <a:schemeClr val="bg1"/>
                </a:solidFill>
                <a:latin typeface="Tomorrow"/>
              </a:rPr>
              <a:t>Responses are returned to the frontend, dynamically updating the UI</a:t>
            </a:r>
          </a:p>
          <a:p>
            <a:pPr marL="0" indent="0" algn="l">
              <a:lnSpc>
                <a:spcPts val="1650"/>
              </a:lnSpc>
              <a:buNone/>
            </a:pPr>
            <a:endParaRPr lang="en-US" sz="1350" dirty="0">
              <a:solidFill>
                <a:schemeClr val="bg1"/>
              </a:solidFill>
              <a:latin typeface="Tomorrow Semi Bold"/>
            </a:endParaRPr>
          </a:p>
        </p:txBody>
      </p:sp>
      <p:sp>
        <p:nvSpPr>
          <p:cNvPr id="5" name="Text 2"/>
          <p:cNvSpPr/>
          <p:nvPr/>
        </p:nvSpPr>
        <p:spPr>
          <a:xfrm>
            <a:off x="2875816" y="3748323"/>
            <a:ext cx="8866352" cy="15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50"/>
              </a:lnSpc>
              <a:buFont typeface="Tomorrow, Tomorrow_EmbeddedFont, Tomorrow_MSFontService, Sans-Serif"/>
              <a:buChar char="•"/>
            </a:pPr>
            <a:r>
              <a:rPr lang="en-US" sz="1300" dirty="0">
                <a:solidFill>
                  <a:schemeClr val="bg1"/>
                </a:solidFill>
                <a:latin typeface="Tomorrow"/>
                <a:ea typeface="Tomorrow Semi Bold" pitchFamily="34" charset="-122"/>
                <a:cs typeface="Tomorrow Semi Bold" pitchFamily="34" charset="-120"/>
              </a:rPr>
              <a:t>Backend processes requests, applies business logic, and interacts with MongoDB</a:t>
            </a:r>
            <a:endParaRPr lang="en-US" sz="1300" dirty="0">
              <a:solidFill>
                <a:srgbClr val="000000"/>
              </a:solidFill>
              <a:latin typeface="Tomorrow"/>
              <a:ea typeface="Tomorrow Semi Bold" pitchFamily="34" charset="-122"/>
              <a:cs typeface="Tomorrow Semi Bold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endParaRPr lang="en-US" sz="1350" dirty="0">
              <a:solidFill>
                <a:srgbClr val="FFFFFF"/>
              </a:solidFill>
              <a:latin typeface="Tomorrow Semi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2875816" y="2544773"/>
            <a:ext cx="5122488" cy="20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50"/>
              </a:lnSpc>
              <a:buFont typeface="Arial"/>
              <a:buChar char="•"/>
            </a:pPr>
            <a:r>
              <a:rPr lang="en-US" sz="1300" dirty="0">
                <a:solidFill>
                  <a:schemeClr val="bg1"/>
                </a:solidFill>
                <a:latin typeface="Tomorrow"/>
              </a:rPr>
              <a:t>User actions trigger to manage application state</a:t>
            </a:r>
            <a:endParaRPr lang="en-US" sz="1300" dirty="0">
              <a:solidFill>
                <a:schemeClr val="bg1"/>
              </a:solidFill>
              <a:latin typeface="Tomorrow"/>
              <a:ea typeface="Calibri"/>
              <a:cs typeface="Calibri"/>
            </a:endParaRPr>
          </a:p>
          <a:p>
            <a:pPr marL="342900" indent="-342900">
              <a:lnSpc>
                <a:spcPts val="2050"/>
              </a:lnSpc>
              <a:buFont typeface="Tomorrow, Tomorrow_EmbeddedFont, Tomorrow_MSFontService, Sans-Serif"/>
              <a:buChar char="•"/>
            </a:pPr>
            <a:r>
              <a:rPr lang="en-US" sz="1300">
                <a:solidFill>
                  <a:schemeClr val="bg1"/>
                </a:solidFill>
                <a:latin typeface="Tomorrow"/>
                <a:ea typeface="Calibri"/>
                <a:cs typeface="Calibri"/>
              </a:rPr>
              <a:t>Frontend communicates with backend REST APIs via HTTP requests</a:t>
            </a:r>
            <a:endParaRPr lang="en-US" sz="1300">
              <a:solidFill>
                <a:srgbClr val="000000"/>
              </a:solidFill>
              <a:latin typeface="Tomorrow"/>
              <a:ea typeface="Calibri"/>
              <a:cs typeface="Calibri"/>
            </a:endParaRPr>
          </a:p>
          <a:p>
            <a:pPr>
              <a:lnSpc>
                <a:spcPts val="1650"/>
              </a:lnSpc>
            </a:pP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2875816" y="1589671"/>
            <a:ext cx="6226669" cy="10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050"/>
              </a:lnSpc>
              <a:buFont typeface="Arial"/>
              <a:buChar char="•"/>
            </a:pPr>
            <a:r>
              <a:rPr lang="en-US" sz="1300" dirty="0">
                <a:solidFill>
                  <a:schemeClr val="bg1"/>
                </a:solidFill>
                <a:latin typeface="Tomorrow"/>
                <a:ea typeface="+mn-lt"/>
                <a:cs typeface="+mn-lt"/>
              </a:rPr>
              <a:t>Users interact with the application through a responsive React-based frontend</a:t>
            </a:r>
          </a:p>
          <a:p>
            <a:endParaRPr lang="en-US" sz="1350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lnSpc>
                <a:spcPts val="1650"/>
              </a:lnSpc>
            </a:pPr>
            <a:endParaRPr lang="en-US" sz="1350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2797"/>
            <a:ext cx="775239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Capabilities &amp; Limitations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506748"/>
            <a:ext cx="35886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omorrow Semi Bold"/>
                <a:ea typeface="Tomorrow Semi Bold" pitchFamily="34" charset="-122"/>
                <a:cs typeface="Tomorrow Semi Bold" pitchFamily="34" charset="-120"/>
              </a:rPr>
              <a:t>What the System Can Do:</a:t>
            </a:r>
            <a:endParaRPr lang="en-US" sz="2200">
              <a:latin typeface="Tomorrow Semi Bold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0878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Enable secure user authentication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3009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Allow users to browse and book vehicles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7228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Manage vehicles, users, and bookings via admin panel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144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Maintain booking history and real-time updates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506748"/>
            <a:ext cx="62447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tx1">
                    <a:lumMod val="49000"/>
                    <a:lumOff val="51000"/>
                  </a:schemeClr>
                </a:solidFill>
                <a:latin typeface="Tomorrow Semi Bold"/>
                <a:ea typeface="Tomorrow Semi Bold" pitchFamily="34" charset="-122"/>
                <a:cs typeface="Tomorrow Semi Bold" pitchFamily="34" charset="-120"/>
              </a:rPr>
              <a:t>What the System Cannot Do (Current Version):</a:t>
            </a:r>
            <a:endParaRPr lang="en-US" sz="2200">
              <a:solidFill>
                <a:schemeClr val="tx1">
                  <a:lumMod val="49000"/>
                  <a:lumOff val="51000"/>
                </a:schemeClr>
              </a:solidFill>
              <a:latin typeface="Tomorrow Semi Bold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44422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Offline booking support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8844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Advanced analytics and reporting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3266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Native mobile application support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650BC7-D7B4-8477-DDE6-AC54FF445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198" y="4502809"/>
            <a:ext cx="7555664" cy="3726974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A8759D-F356-7EAC-09DC-D0EE6BE3A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" y="776917"/>
            <a:ext cx="7066653" cy="37192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B3AE85-433D-5920-CB85-793355EA7306}"/>
              </a:ext>
            </a:extLst>
          </p:cNvPr>
          <p:cNvSpPr txBox="1"/>
          <p:nvPr/>
        </p:nvSpPr>
        <p:spPr>
          <a:xfrm>
            <a:off x="0" y="-25879"/>
            <a:ext cx="73152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aseline="0">
                <a:latin typeface="Calibri"/>
              </a:rPr>
              <a:t>Client</a:t>
            </a:r>
            <a:r>
              <a:rPr sz="4400">
                <a:latin typeface="Calibri"/>
                <a:ea typeface="Calibri"/>
                <a:cs typeface="Calibri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C22E06-5655-D2CF-6B2A-767B1282C5A8}"/>
              </a:ext>
            </a:extLst>
          </p:cNvPr>
          <p:cNvSpPr txBox="1"/>
          <p:nvPr/>
        </p:nvSpPr>
        <p:spPr>
          <a:xfrm>
            <a:off x="274320" y="201167"/>
            <a:ext cx="3182112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400" dirty="0">
                <a:ea typeface="Calibri"/>
                <a:cs typeface="Calibri"/>
              </a:rPr>
              <a:t>Client</a:t>
            </a:r>
          </a:p>
        </p:txBody>
      </p:sp>
      <p:pic>
        <p:nvPicPr>
          <p:cNvPr id="4" name="Picture 3" descr="A group of cars parked on a road&#10;&#10;AI-generated content may be incorrect.">
            <a:extLst>
              <a:ext uri="{FF2B5EF4-FFF2-40B4-BE49-F238E27FC236}">
                <a16:creationId xmlns:a16="http://schemas.microsoft.com/office/drawing/2014/main" id="{4372ABFB-3C38-FDB0-4BE8-445A2A684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86" y="962385"/>
            <a:ext cx="6497309" cy="4407019"/>
          </a:xfrm>
          <a:prstGeom prst="rect">
            <a:avLst/>
          </a:prstGeom>
        </p:spPr>
      </p:pic>
      <p:pic>
        <p:nvPicPr>
          <p:cNvPr id="9" name="Picture 8" descr="A screenshot of a car collection&#10;&#10;AI-generated content may be incorrect.">
            <a:extLst>
              <a:ext uri="{FF2B5EF4-FFF2-40B4-BE49-F238E27FC236}">
                <a16:creationId xmlns:a16="http://schemas.microsoft.com/office/drawing/2014/main" id="{E5E2B9ED-7B12-28DA-35FC-2A909A32F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310" y="4106353"/>
            <a:ext cx="76200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73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6928C-64DC-1029-D12E-D4421C4DFF14}"/>
              </a:ext>
            </a:extLst>
          </p:cNvPr>
          <p:cNvSpPr txBox="1"/>
          <p:nvPr/>
        </p:nvSpPr>
        <p:spPr>
          <a:xfrm>
            <a:off x="6211019" y="-8627"/>
            <a:ext cx="73152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aseline="0">
                <a:latin typeface="Calibri"/>
              </a:rPr>
              <a:t>Client</a:t>
            </a:r>
            <a:r>
              <a:rPr sz="4400">
                <a:latin typeface="Calibri"/>
                <a:ea typeface="Calibri"/>
                <a:cs typeface="Calibri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4" name="Picture 3" descr="A screenshot of a car&#10;&#10;AI-generated content may be incorrect.">
            <a:extLst>
              <a:ext uri="{FF2B5EF4-FFF2-40B4-BE49-F238E27FC236}">
                <a16:creationId xmlns:a16="http://schemas.microsoft.com/office/drawing/2014/main" id="{F318F710-94E1-42B1-3BDE-D7236EBCF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" y="775838"/>
            <a:ext cx="7016150" cy="3639448"/>
          </a:xfrm>
          <a:prstGeom prst="rect">
            <a:avLst/>
          </a:prstGeom>
        </p:spPr>
      </p:pic>
      <p:pic>
        <p:nvPicPr>
          <p:cNvPr id="6" name="Picture 5" descr="A screenshot of a car&#10;&#10;AI-generated content may be incorrect.">
            <a:extLst>
              <a:ext uri="{FF2B5EF4-FFF2-40B4-BE49-F238E27FC236}">
                <a16:creationId xmlns:a16="http://schemas.microsoft.com/office/drawing/2014/main" id="{B2EB50A3-5935-F6D1-5F15-5AF81E18E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872" y="4122169"/>
            <a:ext cx="76200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2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053F2F-E810-CA16-4FDB-3905D23A852B}"/>
              </a:ext>
            </a:extLst>
          </p:cNvPr>
          <p:cNvSpPr txBox="1"/>
          <p:nvPr/>
        </p:nvSpPr>
        <p:spPr>
          <a:xfrm>
            <a:off x="465826" y="336431"/>
            <a:ext cx="415793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4400" baseline="0">
                <a:latin typeface="Calibri"/>
                <a:ea typeface="Segoe UI"/>
                <a:cs typeface="Segoe UI"/>
              </a:rPr>
              <a:t>Client​</a:t>
            </a:r>
            <a:r>
              <a:rPr lang="en-US" sz="4400">
                <a:latin typeface="Calibri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3E8796-DD3B-6AFD-F5B9-3B70A9537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362" y="1533525"/>
            <a:ext cx="9533807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42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113595-B4E4-D529-610C-5F1C96531ED4}"/>
              </a:ext>
            </a:extLst>
          </p:cNvPr>
          <p:cNvSpPr txBox="1"/>
          <p:nvPr/>
        </p:nvSpPr>
        <p:spPr>
          <a:xfrm>
            <a:off x="603504" y="310896"/>
            <a:ext cx="323697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ea typeface="Calibri"/>
                <a:cs typeface="Calibri"/>
              </a:rPr>
              <a:t>Admin </a:t>
            </a:r>
          </a:p>
        </p:txBody>
      </p:sp>
      <p:pic>
        <p:nvPicPr>
          <p:cNvPr id="6" name="Picture 5" descr="A screenshot of a car list&#10;&#10;AI-generated content may be incorrect.">
            <a:extLst>
              <a:ext uri="{FF2B5EF4-FFF2-40B4-BE49-F238E27FC236}">
                <a16:creationId xmlns:a16="http://schemas.microsoft.com/office/drawing/2014/main" id="{F4975CD4-5BF2-F43F-B16C-587432F8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677" y="4551960"/>
            <a:ext cx="6911377" cy="367701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F745B2-ADBE-E28E-F623-013B9E4ED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61" y="1015851"/>
            <a:ext cx="6911376" cy="371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26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798AD7-0851-D68C-73FB-30BA66161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399" y="4239972"/>
            <a:ext cx="7446215" cy="398163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1D66BD-D5B5-1574-8B1C-8BA56AD90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74" y="167585"/>
            <a:ext cx="7066652" cy="380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52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031" y="1485444"/>
            <a:ext cx="510063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Future Enhancements</a:t>
            </a:r>
            <a:endParaRPr lang="en-US" sz="3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3145155"/>
            <a:ext cx="340162" cy="3401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3133844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Mobile application development using React Native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4290536"/>
            <a:ext cx="340162" cy="340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30906" y="4279225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AI-based vehicle recommendation and pricing optimization</a:t>
            </a:r>
            <a:endParaRPr lang="en-US" sz="17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5435918"/>
            <a:ext cx="340162" cy="34016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30906" y="5424607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Email and SMS notification system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6581299"/>
            <a:ext cx="340162" cy="34016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30906" y="6569988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Advanced analytics and reporting dashboards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12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172</cp:revision>
  <dcterms:created xsi:type="dcterms:W3CDTF">2026-01-16T06:01:09Z</dcterms:created>
  <dcterms:modified xsi:type="dcterms:W3CDTF">2026-01-20T06:35:10Z</dcterms:modified>
</cp:coreProperties>
</file>